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Flagship proof of the pattern in HCLS: a governed chassis that runs pharmacovigilance ICSR intake, produced from a reusable template that also runs public-benefits eligibility.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pharmacovigilance intake.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submit. The callout is the crux: a qualified person commits, the agent never self-submits.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benefits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32 checks in ENFORCE mode, and tears down with zero residual. A reusable red-team harness also passes 7/7 — governance holds even when the agent's reasoning is fully adversarial.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an inspector's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HCLS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life-sciences buyers trust the rest. We own the pattern and the proof; they own validation, connectors, licensed coding, and the authoritative reporting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 sponsor.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HEALTHCARE &amp; LIFE SCIENCES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Pharmacovigilance Intake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pharmacovigilance (drug-safety) ICSR-intake accelerator running natively on Amazon Bedrock AgentCore — identity-bound, deny-by-default with Cedar, and proven end-to-end on AWS. Built from a reusable governed-hero-agent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32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teams want agentic AI for case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patient PHI and prepares regulatory ICSRs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submitting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pass a GxP audit and an inspection”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PHI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name, DOB, address, and identifiers flow through the adverse-event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· PHI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regulatory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 and its reporting clock drive expedited (15-day) submission duties.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E2B(R3) · 21 CFR 314.80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an ICSR — or committing causality — is a qualified-person act,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sponsor's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safety reviewer)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Pharmacovigilance: intaking and reporting an adverse-event ICSR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seriousness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reporting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CIOMS narrative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Qualified-person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ICH E2B(R3), GVP, and FDA regulations, a qualified person (safety reviewer) makes and commits the causality/reportability determination and the ICSR submission.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pulls FAERS background, de-identifies, assesses, and drafts — it never self-submits.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sponsor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Part 11 / GxP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reviewer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case;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submit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different qualified person approves. Only then does finalize_submission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32 / 32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reviewer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/ -causality — un-masked work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No-self-submit — the agent can't finalize an ICSR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PHI masking (Comprehend, fail-closed): name + DOB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openFDA FAERS background + deterministic seriousness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CIOMS narrative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safety reviewer's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reviewer authenticates with Cognito; that same identity flows to the Gateway, so Cedar evaluates the real person. The agent inherits the reviewer's least-privilege — it can do nothing the reviewer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Safety-reviewer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openFDA background → mask PHI → assess seriousness → draft narrative → write audit → request sign-off. The forbidden finalize and commit tools are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submitted.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PHI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case before the model or the audit sees it. If masking can't run, assessment and drafting are blocked — no un-masked PHI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an ICSR is never an inline tool call. A Step Functions gate pauses for a different qualified person,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/ Part 11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regulated HCLS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&amp; life sciences has strict PHI, GxP, and 21 CFR Part 11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life-sciences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PHI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seriousness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openFDA integration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SPONSOR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qualified-person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safety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MedDRA / WHODrug coding dictionaries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reporting rules &amp; regulatory review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(CSV/CSA) +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regulatory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/ HUD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32-check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HCLS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adverse-event cases with a named sponsor,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Pharmacovigilance</dc:title>
  <dc:subject>PptxGenJS Presentation</dc:subject>
  <dc:creator>Pharmacovigilance AgentCore Accelerator</dc:creator>
  <cp:lastModifiedBy>Pharmacovigilance AgentCore Accelerator</cp:lastModifiedBy>
  <cp:revision>1</cp:revision>
  <dcterms:created xsi:type="dcterms:W3CDTF">2026-07-19T20:23:45Z</dcterms:created>
  <dcterms:modified xsi:type="dcterms:W3CDTF">2026-07-19T20:23:45Z</dcterms:modified>
</cp:coreProperties>
</file>