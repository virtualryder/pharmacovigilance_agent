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a pharmacovigilance, quality, privacy, and compliance audience. The promise is governance first: this agent helps safety reviewers without ever stepping outside the controls GxP and 21 CFR Part 11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the safety org where they are: case-volume pressure, manual toil, and a compliance bar that rules out ungoverned AI. The rest of the deck resolves that 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'does vs never' framing earns trust with privacy and quality teams. The 'never' column is enforced by policy, not by prompt — that's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= agent-assisted, amber = the qualified person, navy = the gated submit. Emphasize: judgment stays human; toil goes to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your quality, compliance, and privacy stakeholders came for: each control mapped to the requirement it satisfies. Walk it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trust posture in one slide: your account, your data, your IdP, reversible. This addresses the security and GxP review that inevitably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Concrete, honest proof points. 'Not a slideware demo' — it's reproducible and enforced, plus a reusable red-team harness passes 7/7 and the openFDA FAERS background is a live lookup. The seriousness engine is deterministic and transparent, so a qualified person can defend each determination.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builds trust. Be explicit that the authoritative reporting rules (and their regulatory review), licensed MedDRA/WHODrug coding, connectors to their safety system of record, validation, and CSV/CSA authorization stay with them. The shipped thresholds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framed honestly as assist, not replacement. Emphasize consistency (which reduces variability), audit-readiness for GxP inspections, and keeping safety reviewers in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a concrete, low-commitment path. The pilot is synthetic-data, in-their-account, reversible — an easy yes for a security-, privacy-, and quality-conscious safety organization.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4" name="Shape 2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  ·  GOVERNED AI ON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18288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for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Pharmacovigilance Intake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 that intakes, de-identifies, assesses, and drafts adverse-event ICSRs under strict governance — fail-closed on PHI, tamper-proof by design, and never able to submit on its own. Built on Amazon Bedrock AgentCore, running in your AWS account.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303520"/>
            <a:ext cx="26700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30352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by construction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38728" y="5303520"/>
            <a:ext cx="22128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53035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account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0176" y="5303520"/>
            <a:ext cx="285292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5303520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Qualified-person-in-command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volume rises. Every intake step must stay compliant.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Adverse-event reports keep coming, intake is largely manual, and the reporting clocks don't wait — a serious, unexpected case is a 15-day expedited report. AI could take the assembly load off safety reviewers — but only if it operates entirely inside your compliance envelope.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7121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&amp; clocks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case counts against fixed expedited (15-day) and periodic reporting deadlines.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1596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08576" y="287121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009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assembly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2686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safety reviewers spend time on extraction, coding, and narrative drafting — not judgment.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87121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5761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8913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compliance slack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7590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handling, GxP audit trails, and the qualified-person determination leave no room for an ungoverned tool.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that does the assembly — and is structurally incapable of overstepping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 the report, pulls FAERS background, de-identifies it, runs a transparent seriousness assessment, drafts the CIOMS narrative, and prepares it for review. Then it stops. A qualified person makes the determination and submits — the agent cannot.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86968" y="3520440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extract the decision fields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6968" y="3941064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aggregate FAERS background (non-PHI)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6968" y="4361688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 the case (fail-closed)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6968" y="4782312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seriousness + reporting-clock engine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86968" y="5202936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narrative + request sign-off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99632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3520440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12864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un-masked PHI without controls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3941064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12864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or draft on un-de-identified data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19672" y="4361688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12864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its own work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19672" y="4782312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12864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ICSR to the regulator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19672" y="5202936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519672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12864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causality or alter the audit trail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YOUR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Agent-assisted intake, qualified-person-in-command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ICSR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87168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98064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9504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89504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De-identify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07792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PHI (fail-closed)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18304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20640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&amp; draft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38928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seriousness + narrative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49440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0336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51776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PERSON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51776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70064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80576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91472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82912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82912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01200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ICSR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97764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2245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passes an access-control check before it runs, and the two consequential steps — assessing or drafting on un-masked data, and submitting the ICSR — are impossible for the agent to reach on its own.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safety reviewers stay in command — </a:t>
            </a:r>
            <a:pPr indent="0" marL="0">
              <a:buNone/>
            </a:pPr>
            <a:r>
              <a:rPr lang="en-US" sz="1400" i="1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removes the assembly toil, not the judgment.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QUALITY, COMPLIANCE &amp; PRIVACY TEAMS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controls that let you say yes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52704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27048" y="1490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PHI de-identification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61888" y="14904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is de-identified before the model or the audit sees it. No masking → no assessment, no draft.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13848" y="158191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0" name="Text 8"/>
          <p:cNvSpPr/>
          <p:nvPr/>
        </p:nvSpPr>
        <p:spPr>
          <a:xfrm>
            <a:off x="10213848" y="158191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24028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" y="235000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27048" y="23134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61888" y="23134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write-once evidence of every decision and state change — the writer can't alter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13848" y="240487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3848" y="24048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CFR Part 11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317296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27048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(separation of duties)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961888" y="31363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person approves with a bound, single-use token before any ICSR is submitted.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213848" y="322783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24" name="Text 22"/>
          <p:cNvSpPr/>
          <p:nvPr/>
        </p:nvSpPr>
        <p:spPr>
          <a:xfrm>
            <a:off x="10213848" y="32278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GVP · QPPV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88620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399592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1248" y="3995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27048" y="39593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61888" y="39593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is checked against policy; nothing runs unless explicitly permitted.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213848" y="405079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1" name="Text 29"/>
          <p:cNvSpPr/>
          <p:nvPr/>
        </p:nvSpPr>
        <p:spPr>
          <a:xfrm>
            <a:off x="10213848" y="405079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GxP access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70916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481888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" y="4818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27048" y="4782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identity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5961888" y="4782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are bound to an authenticated safety reviewer via your identity provider.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213848" y="487375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8" name="Text 36"/>
          <p:cNvSpPr/>
          <p:nvPr/>
        </p:nvSpPr>
        <p:spPr>
          <a:xfrm>
            <a:off x="10213848" y="48737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11 · IA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on Amazon Bedrock AgentCore — inside your AWS boundary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isn't a bolt-on. Identity, deny-by-default authorization (Cedar), governed tools, and the agent runtime are native AWS services — deployed in your account, on your data, under your controls.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your account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via infrastructure-as-code into your AWS environment — your VPC, your keys, your logs.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27064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87184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stays yours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7104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is masked before any model call; nothing leaves your boundary for third-party processing.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9536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identity provider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your existing IdP; actions are bound to your safety reviewers and your roles.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27064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9672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87184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&amp; reversible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47104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deploy, one-command teardown with zero residual — easy to evaluate, easy to remove.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end-to-end on AWS — not a slideware demo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144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tests incl. 23 CDK security assertions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1596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15-day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0740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expedited clock computed deterministically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5644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submissions gated by a qualified person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260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127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live, in enforcement mode: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de-identified CIOMS narrative drafted by the model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(name, DOB, address) removed before the model — fail-closed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Un-masked assessment and drafting refused by policy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11696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blocked from submitting an ICSR — every time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09360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1696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person required to approve; approvals single-use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audit written for each step; duplicates rejected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DIVISION OF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bring, what stays yours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PROVIDES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860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2402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agent + policies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278892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74320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intake &amp; assessment tools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6112" y="32918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2461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PHI masking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74904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seriousness rules engine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6112" y="42976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2519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sign-off workflow + audit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6112" y="48006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7548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+ documentation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8600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23113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identity provider + reviewer roles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528816" y="287121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8163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your safety system of record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28816" y="345643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4015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MedDRA / WHODrug coding dictionaries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528816" y="404164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9867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reporting rules (regulatory review)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28816" y="46268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57200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(CSV/CSA) + authorization to operate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16364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accelerator, not a finished product — the reporting rules, validation, and certification for your intended use stay with you.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 FOR YOUR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reviewers spend their time on judgment, not assembly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first drafts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produces a de-identified case and a drafted CIOMS narrative for review in minutes — reviewers refine instead of starting from a blank page.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consistent intake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case runs the same governed path — the same masking, the same seriousness rules, the same audit — reducing variability.</a:t>
            </a:r>
            <a:endParaRPr lang="en-US" sz="126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by construction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7824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captured automatically as the work happens, ready for a GxP audit or a regulatory inspection — not reconstructed later.</a:t>
            </a:r>
            <a:endParaRPr lang="en-US" sz="126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Reviewers stay in command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and the submission remain human — the agent never makes the call.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Pharmacovigilance · on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023360"/>
            <a:ext cx="5120640" cy="512064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START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scoped pilot on synthetic data — in your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Low-risk, boundary-explicit, and reversible. We stand the pattern up on synthetic adverse-event cases in your AWS environment, prove the controls with your quality, compliance, and privacy teams, then scope what a validated (CSV/CSA) deployment would take.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953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your safety, quality, privacy, and security teams through the architecture and the live clean-account validation and the 144-test offline suite.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88696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week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1596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0857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2180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your account on synthetic adverse-event cases; run cases end-to-end through the governed workflow.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463600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63600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5761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7084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scope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8504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authoritative reporting rules, licensed coding, connectors, and CSV/CSA a production deployment for your program would require.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38504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38504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plan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you can actually put in front of an auditor — and a regulatory inspector. Let's prove it on your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AI for Pharmacovigilance</dc:title>
  <dc:subject>PptxGenJS Presentation</dc:subject>
  <dc:creator>Pharmacovigilance AgentCore Accelerator</dc:creator>
  <cp:lastModifiedBy>Pharmacovigilance AgentCore Accelerator</cp:lastModifiedBy>
  <cp:revision>1</cp:revision>
  <dcterms:created xsi:type="dcterms:W3CDTF">2026-08-03T18:09:57Z</dcterms:created>
  <dcterms:modified xsi:type="dcterms:W3CDTF">2026-08-03T18:09:57Z</dcterms:modified>
</cp:coreProperties>
</file>