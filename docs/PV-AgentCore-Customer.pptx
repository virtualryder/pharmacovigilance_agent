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pharmacovigilance, quality, privacy, and compliance audience. The promise is governance first: this agent helps safety reviewers without ever stepping outside the controls GxP and 21 CFR Part 11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safety org where they are: case-volume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quality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qualified person, navy = the gated submit.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quality, compliance,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and GxP review that inevitably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enforced, plus a reusable red-team harness passes 7/7 and the openFDA FAERS background is a live lookup. The seriousness engine is deterministic and transparent, so a qualified person can defend each determination.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reporting rules (and their regulatory review), licensed MedDRA/WHODrug coding, connectors to their safety system of record, validation, and CSV/CSA authorization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variability), audit-readiness for GxP inspections, and keeping safety reviewers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security-, privacy-, and quality-conscious safety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 Intake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assesses, and drafts adverse-event ICSRs under strict governance — fail-closed on PHI, tamper-proof by design, and never able to submit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volume rises.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reports keep coming, intake is largely manual, and the reporting clocks don't wait — a serious, unexpected case is a 15-day expedited report. AI could take the assembly load off safety reviewers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case counts against fixed expedited (15-day) and periodic reporting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safety reviewers spend time on extraction, coding, and narrative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handling, GxP audit trails, and the qualified-person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report, pulls FAERS background, de-identifies it, runs a transparent seriousness assessment, drafts the CIOMS narrative, and prepares it for review. Then it stops. A qualified person makes the determination and submits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aggregate FAERS background (non-PHI)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case (fail-closed)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seriousness + reporting-clock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narrative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PHI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ICSR to the regulator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causality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qualified-person-in-command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 + narrative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PERSON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submitting the ICSR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safety reviewers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QUALITY,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approves with a bound, single-use token before any ICSR is submitted.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GVP · QPPV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access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safety reviewer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11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safety reviewers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15-day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clock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submissions gated by a qualified person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CIOMS narrative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(name, DOB,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submitting an ICSR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required to approve; approvals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assessment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reviewer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safety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reporting rules (regulatory review)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(CSV/CSA)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reporting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reviewers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case and a drafted CIOMS narrative for review in minutes — reviewers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runs the same governed path — the same masking, the same seriousness rules,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GxP audit or a regulatory inspection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submission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adverse-event cases in your AWS environment, prove the controls with your quality, compliance, and privacy teams, then scope what a validated (CSV/CSA)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safety, quality, privacy, and security teams through the architecture and the live 30-check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adverse-event cases;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reporting rules, licensed coding, connectors, and CSV/CSA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regulatory inspector.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2026-07-18T03:17:32Z</dcterms:created>
  <dcterms:modified xsi:type="dcterms:W3CDTF">2026-07-18T03:17:32Z</dcterms:modified>
</cp:coreProperties>
</file>